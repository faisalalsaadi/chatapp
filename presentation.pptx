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</p:sldMasterIdLst>
  <p:notesMasterIdLst>
    <p:notesMasterId r:id="rId13"/>
  </p:notesMasterIdLst>
  <p:sldIdLst>
    <p:sldId id="256" r:id="rId2"/>
    <p:sldId id="305" r:id="rId3"/>
    <p:sldId id="260" r:id="rId4"/>
    <p:sldId id="306" r:id="rId5"/>
    <p:sldId id="307" r:id="rId6"/>
    <p:sldId id="308" r:id="rId7"/>
    <p:sldId id="309" r:id="rId8"/>
    <p:sldId id="310" r:id="rId9"/>
    <p:sldId id="311" r:id="rId10"/>
    <p:sldId id="313" r:id="rId11"/>
    <p:sldId id="314" r:id="rId12"/>
  </p:sldIdLst>
  <p:sldSz cx="9144000" cy="5143500" type="screen16x9"/>
  <p:notesSz cx="6858000" cy="9144000"/>
  <p:embeddedFontLst>
    <p:embeddedFont>
      <p:font typeface="Figtree Black" panose="020B0604020202020204" charset="0"/>
      <p:regular r:id="rId14"/>
      <p:italic r:id="rId15"/>
    </p:embeddedFont>
    <p:embeddedFont>
      <p:font typeface="Hanken Grotesk" panose="020B0604020202020204" charset="0"/>
      <p:regular r:id="rId16"/>
      <p:italic r:id="rId17"/>
    </p:embeddedFont>
  </p:embeddedFontLst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smAppRevision xmlns="smNativeData" xmlns:pr="smNativeData" xmlns:p15="http://schemas.microsoft.com/office/powerpoint/2012/main" xmlns:p14="http://schemas.microsoft.com/office/powerpoint/2010/main" xmlns:mc="http://schemas.openxmlformats.org/markup-compatibility/2006" dt="1745882543" val="1224" rev64="64" revOS="3"/>
      <pr:smFileRevision xmlns="smNativeData" xmlns:pr="smNativeData" xmlns:p15="http://schemas.microsoft.com/office/powerpoint/2012/main" xmlns:p14="http://schemas.microsoft.com/office/powerpoint/2010/main" xmlns:mc="http://schemas.openxmlformats.org/markup-compatibility/2006" dt="1745882543" val="101"/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45882543" showGrid="1" snapToGrid="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8" y="167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6" d="100"/>
        <a:sy n="26" d="100"/>
      </p:scale>
      <p:origin x="0" y="0"/>
    </p:cViewPr>
  </p:sorterViewPr>
  <p:notesViewPr>
    <p:cSldViewPr>
      <p:cViewPr>
        <p:scale>
          <a:sx n="126" d="100"/>
          <a:sy n="126" d="100"/>
        </p:scale>
        <p:origin x="285" y="27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CwAAAC0AAAAAWAIAADgEAADZJwAAUBk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ZJwAAUBkAABAAAAAmAAAACAAAAAEPAAD/Hw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635" cy="3429000"/>
          </a:xfrm>
          <a:custGeom>
            <a:avLst/>
            <a:gdLst/>
            <a:ahLst/>
            <a:cxnLst/>
            <a:rect l="0" t="0" r="6096635" b="3429000"/>
            <a:pathLst>
              <a:path w="6096635" h="3429000" fill="none" extrusionOk="0">
                <a:moveTo>
                  <a:pt x="0" y="0"/>
                </a:moveTo>
                <a:lnTo>
                  <a:pt x="6096635" y="0"/>
                </a:lnTo>
                <a:lnTo>
                  <a:pt x="6096635" y="3429000"/>
                </a:lnTo>
                <a:lnTo>
                  <a:pt x="0" y="3429000"/>
                </a:lnTo>
                <a:close/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Google Shape;4;n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2/AAD/Hw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9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0"/>
        <a:ea typeface="Arial" pitchFamily="2" charset="0"/>
        <a:cs typeface="Arial" pitchFamily="2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6;g2768ca7ef44_0_65:notes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CwAAAC0AAAAAWAIAADgEAADYJwAAUBk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87;g2768ca7ef44_0_65:notes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3;g133f6155f6d_0_30:notes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CwAAAC0AAAAAWAIAADgEAADYJwAAUBk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CIgY3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334;g133f6155f6d_0_30:notes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6;g2768ca7ef44_0_65:notes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CwAAAC0AAAAAWAIAADgEAADYJwAAUBk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87;g2768ca7ef44_0_65:notes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gAAAA0AAAAAkAAAAJAAAACQAAAAkAAAAAAAAAABAAAAAAAAAAEAAABQAAAAAAAAAAAA8D8AAAAAAADwPwAAAAAAAOA/AAAAAAAA4D8AAAAAAADgPwAAAAAAAOA/AAAAAAAA4D8AAAAAAADgPwAAAAAAAOA/AAAAAAAA4D8CAAAAjAAAAAEAAAAAAAAA6OfnAP39/QgAAAAAAAAAAAAAAAAAAAAAAAAAAAAAAAAAAAAAeAAAAAEAAABAAAAAAAAAAAAAAAB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C8+P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OfnAP39/QEAAAAAAAAAAAAAAAAAAAAAAAAAAAAAAAAAAAAAAAAAADMzMwJ/f38A6OfnA8zMzADAwP8Af39/AAAAAAAAAAAAAAAAAAAAAAAAAAAAIQAAABgAAAAUAAAAMS0AAM0AAABESwAA4R4AABAAAAAmAAAACAAAAP//////////"/>
              </a:ext>
            </a:extLst>
          </p:cNvSpPr>
          <p:nvPr/>
        </p:nvSpPr>
        <p:spPr>
          <a:xfrm>
            <a:off x="7346315" y="130175"/>
            <a:ext cx="4888865" cy="4889500"/>
          </a:xfrm>
          <a:prstGeom prst="ellipse">
            <a:avLst/>
          </a:prstGeom>
          <a:solidFill>
            <a:srgbClr val="E8E7E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0;p2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A8AAAAfAAAAVAAAAAAAAAAAAAAAAAAAAAAAAAAAAAAAAAAAAAAAAAAAAAAAAAAAAAAAAAAAAAAAAAAAAAAAAAAAAAAAAAAAAAAAAAAAAAAAAAAAAAAAAAAAAAAAAAAAACEAAAAYAAAAFAAAAHoEAACy////3TMAAPQfAAAQAAAAJgAAAAgAAAD/////AAAAAA=="/>
              </a:ext>
            </a:extLst>
          </p:cNvGrpSpPr>
          <p:nvPr/>
        </p:nvGrpSpPr>
        <p:grpSpPr>
          <a:xfrm>
            <a:off x="727710" y="-49530"/>
            <a:ext cx="7703185" cy="5243830"/>
            <a:chOff x="727710" y="-49530"/>
            <a:chExt cx="7703185" cy="5243830"/>
          </a:xfrm>
        </p:grpSpPr>
        <p:sp>
          <p:nvSpPr>
            <p:cNvPr id="6" name="Google Shape;11;p2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CI+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egQAAEgDAADdMwAAWhwAAAAAAAAmAAAACAAAAP//////////"/>
                </a:ext>
              </a:extLst>
            </p:cNvSpPr>
            <p:nvPr/>
          </p:nvSpPr>
          <p:spPr>
            <a:xfrm>
              <a:off x="727710" y="533400"/>
              <a:ext cx="7703185" cy="4075430"/>
            </a:xfrm>
            <a:prstGeom prst="rect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12;p2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LxTtw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egQAALL///96BAAATAMAAAAAAAAmAAAACAAAAP//////////"/>
                </a:ext>
              </a:extLst>
            </p:cNvCxnSpPr>
            <p:nvPr/>
          </p:nvCxnSpPr>
          <p:spPr>
            <a:xfrm>
              <a:off x="727710" y="-49530"/>
              <a:ext cx="0" cy="58547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4" name="Google Shape;13;p2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3TMAAFocAADdMwAA9B8AAAAAAAAmAAAACAAAAP//////////"/>
                </a:ext>
              </a:extLst>
            </p:cNvCxnSpPr>
            <p:nvPr/>
          </p:nvCxnSpPr>
          <p:spPr>
            <a:xfrm>
              <a:off x="8430895" y="4608830"/>
              <a:ext cx="0" cy="58547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</p:grpSp>
      <p:sp>
        <p:nvSpPr>
          <p:cNvPr id="7" name="Google Shape;14;p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DCJzh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AYAAEYKAAD3KgAA1xIAABAAAAAmAAAACAAAAL2wAAAAAAAA"/>
              </a:ext>
            </a:extLst>
          </p:cNvSpPr>
          <p:nvPr>
            <p:ph type="ctrTitle"/>
          </p:nvPr>
        </p:nvSpPr>
        <p:spPr>
          <a:xfrm>
            <a:off x="1087120" y="1670050"/>
            <a:ext cx="5897245" cy="1392555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 cap="none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 cap="none"/>
            </a:lvl9pPr>
          </a:lstStyle>
          <a:p>
            <a:endParaRPr/>
          </a:p>
        </p:txBody>
      </p:sp>
      <p:sp>
        <p:nvSpPr>
          <p:cNvPr id="8" name="Google Shape;15;p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AYAAHASAAD3KgAAXhUAABAAAAAmAAAACAAAAD2wAAAAAAAA"/>
              </a:ext>
            </a:extLst>
          </p:cNvSpPr>
          <p:nvPr>
            <p:ph type="subTitle" idx="1"/>
          </p:nvPr>
        </p:nvSpPr>
        <p:spPr>
          <a:xfrm>
            <a:off x="1087120" y="2997200"/>
            <a:ext cx="5897245" cy="47625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333333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cap="none">
                <a:solidFill>
                  <a:srgbClr val="33333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gAAAA0AAAAAkAAAAJAAAACQAAAAkAAAAAAAAAABAAAAAAAAAAEAAABQAAAAAAAAAAAA8D8AAAAAAADwPwAAAAAAAOA/AAAAAAAA4D8AAAAAAADgPwAAAAAAAOA/AAAAAAAA4D8AAAAAAADgPwAAAAAAAOA/AAAAAAAA4D8CAAAAjAAAAAEAAAAAAAAA6OfnAP39/QgAAAAAAAAAAAAAAAAAAAAAAAAAAAAAAAAAAAAAeAAAAAEAAABAAAAAAAAAAAAAAAB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OfnAP39/QEAAAAAAAAAAAAAAAAAAAAAAAAAAAAAAAAAAAAAAAAAADMzMwJ/f38A6OfnA8zMzADAwP8Af39/AAAAAAAAAAAAAAAAAAAAAAAAAAAAIQAAABgAAAAUAAAAsTIAAN0ZAAAlPgAAUCUAABAAAAAmAAAACAAAAP//////////"/>
              </a:ext>
            </a:extLst>
          </p:cNvSpPr>
          <p:nvPr/>
        </p:nvSpPr>
        <p:spPr>
          <a:xfrm>
            <a:off x="8240395" y="4204335"/>
            <a:ext cx="1861820" cy="1861185"/>
          </a:xfrm>
          <a:prstGeom prst="ellipse">
            <a:avLst/>
          </a:prstGeom>
          <a:solidFill>
            <a:srgbClr val="E8E7E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27;p4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ADqXBkfAAAAVAAAAAAAAAAAAAAAAAAAAAAAAAAAAAAAAAAAAAAAAAAAAAAAAAAAAAAAAAAAAAAAAAAAAAAAAAAAAAAAAAAAAAAAAAAAAAAAAAAAAAAAAAAAAAAAAAAAACEAAAAYAAAAFAAAAOL///9vAQAA0TYAAFwgAAAQAAAAJgAAAAgAAAD/////AAAAAA=="/>
              </a:ext>
            </a:extLst>
          </p:cNvGrpSpPr>
          <p:nvPr/>
        </p:nvGrpSpPr>
        <p:grpSpPr>
          <a:xfrm>
            <a:off x="-19050" y="233045"/>
            <a:ext cx="8930005" cy="5027295"/>
            <a:chOff x="-19050" y="233045"/>
            <a:chExt cx="8930005" cy="5027295"/>
          </a:xfrm>
        </p:grpSpPr>
        <p:sp>
          <p:nvSpPr>
            <p:cNvPr id="6" name="Google Shape;28;p4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bgEAAG8BAADRNgAAQB4AAAAAAAAmAAAACAAAAP//////////"/>
                </a:ext>
              </a:extLst>
            </p:cNvSpPr>
            <p:nvPr/>
          </p:nvSpPr>
          <p:spPr>
            <a:xfrm>
              <a:off x="232410" y="233045"/>
              <a:ext cx="8678545" cy="4684395"/>
            </a:xfrm>
            <a:prstGeom prst="rect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29;p4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4v///28BAAB6AQAAbwEAAAAAAAAmAAAACAAAAP//////////"/>
                </a:ext>
              </a:extLst>
            </p:cNvCxnSpPr>
            <p:nvPr/>
          </p:nvCxnSpPr>
          <p:spPr>
            <a:xfrm>
              <a:off x="-19050" y="233045"/>
              <a:ext cx="25908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4" name="Google Shape;30;p4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0TYAAEAeAADRNgAAXCAAAAAAAAAmAAAACAAAAP//////////"/>
                </a:ext>
              </a:extLst>
            </p:cNvCxnSpPr>
            <p:nvPr/>
          </p:nvCxnSpPr>
          <p:spPr>
            <a:xfrm>
              <a:off x="8910955" y="4917440"/>
              <a:ext cx="0" cy="34290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</p:grpSp>
      <p:sp>
        <p:nvSpPr>
          <p:cNvPr id="7" name="Google Shape;31;p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QAAL0CAADSMwAAQwYAABAAAAAmAAAACAAAAD2wAAAAAAAA"/>
              </a:ext>
            </a:extLst>
          </p:cNvSpPr>
          <p:nvPr>
            <p:ph type="title"/>
          </p:nvPr>
        </p:nvSpPr>
        <p:spPr>
          <a:xfrm>
            <a:off x="720090" y="445135"/>
            <a:ext cx="7703820" cy="5727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8" name="Google Shape;32;p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QAAHsHAADSMwAAXhsAABAAAAAmAAAACAAAAD2wAAAAAAAA"/>
              </a:ext>
            </a:extLst>
          </p:cNvSpPr>
          <p:nvPr>
            <p:ph idx="1"/>
          </p:nvPr>
        </p:nvSpPr>
        <p:spPr>
          <a:xfrm>
            <a:off x="720090" y="1216025"/>
            <a:ext cx="7703820" cy="323278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cap="none">
                <a:latin typeface="Hanken Grotesk" charset="0"/>
                <a:ea typeface="Arial" pitchFamily="2" charset="0"/>
                <a:cs typeface="Arial" pitchFamily="2" charset="0"/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cap="none">
                <a:latin typeface="Hanken Grotesk" charset="0"/>
                <a:ea typeface="Arial" pitchFamily="2" charset="0"/>
                <a:cs typeface="Arial" pitchFamily="2" charset="0"/>
              </a:defRPr>
            </a:lvl2pPr>
            <a:lvl3pPr marL="1371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lvl3pPr>
            <a:lvl4pPr marL="1828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lvl4pPr>
            <a:lvl5pPr marL="22860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lvl5pPr>
            <a:lvl6pPr marL="27432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lvl6pPr>
            <a:lvl7pPr marL="32004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lvl7pPr>
            <a:lvl8pPr marL="3657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lvl8pPr>
            <a:lvl9pPr marL="4114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;p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gAAAA0AAAAAkAAAAJAAAACQAAAAkAAAAAAAAAABAAAAAAAAAAEAAABQAAAAAAAAAAAA8D8AAAAAAADwPwAAAAAAAOA/AAAAAAAA4D8AAAAAAADgPwAAAAAAAOA/AAAAAAAA4D8AAAAAAADgPwAAAAAAAOA/AAAAAAAA4D8CAAAAjAAAAAEAAAAAAAAA6OfnAP39/QgAAAAAAAAAAAAAAAAAAAAAAAAAAAAAAAAAAAAAeAAAAAEAAABAAAAAAAAAAAAAAAB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DBPy6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OfnAP39/QEAAAAAAAAAAAAAAAAAAAAAAAAAAAAAAAAAAAAAAAAAADMzMwJ/f38A6OfnA8zMzADAwP8Af39/AAAAAAAAAAAAAAAAAAAAAAAAAAAAIQAAABgAAAAUAAAAsTIAAN0ZAAAlPgAAUCUAABAAAAAmAAAACAAAAP//////////"/>
              </a:ext>
            </a:extLst>
          </p:cNvSpPr>
          <p:nvPr/>
        </p:nvSpPr>
        <p:spPr>
          <a:xfrm>
            <a:off x="8240395" y="4204335"/>
            <a:ext cx="1861820" cy="1861185"/>
          </a:xfrm>
          <a:prstGeom prst="ellipse">
            <a:avLst/>
          </a:prstGeom>
          <a:solidFill>
            <a:srgbClr val="E8E7E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35;p5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GDnXBkfAAAAVAAAAAAAAAAAAAAAAAAAAAAAAAAAAAAAAAAAAAAAAAAAAAAAAAAAAAAAAAAAAAAAAAAAAAAAAAAAAAAAAAAAAAAAAAAAAAAAAAAAAAAAAAAAAAAAAAAAACEAAAAYAAAAFAAAAIf///9vAQAA0TYAAPgfAAAQAAAAJgAAAAgAAAD/////AAAAAA=="/>
              </a:ext>
            </a:extLst>
          </p:cNvGrpSpPr>
          <p:nvPr/>
        </p:nvGrpSpPr>
        <p:grpSpPr>
          <a:xfrm>
            <a:off x="-76835" y="233045"/>
            <a:ext cx="8987790" cy="4963795"/>
            <a:chOff x="-76835" y="233045"/>
            <a:chExt cx="8987790" cy="4963795"/>
          </a:xfrm>
        </p:grpSpPr>
        <p:sp>
          <p:nvSpPr>
            <p:cNvPr id="6" name="Google Shape;36;p5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bgEAAG8BAADRNgAAPx4AAAAAAAAmAAAACAAAAP//////////"/>
                </a:ext>
              </a:extLst>
            </p:cNvSpPr>
            <p:nvPr/>
          </p:nvSpPr>
          <p:spPr>
            <a:xfrm>
              <a:off x="232410" y="233045"/>
              <a:ext cx="8678545" cy="4683760"/>
            </a:xfrm>
            <a:prstGeom prst="rect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37;p5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h////28BAABuAQAAbwEAAAAAAAAmAAAACAAAAP//////////"/>
                </a:ext>
              </a:extLst>
            </p:cNvCxnSpPr>
            <p:nvPr/>
          </p:nvCxnSpPr>
          <p:spPr>
            <a:xfrm>
              <a:off x="-76835" y="233045"/>
              <a:ext cx="30924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4" name="Google Shape;38;p5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lAB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0TYAABUeAADRNgAA+B8AAAAAAAAmAAAACAAAAP//////////"/>
                </a:ext>
              </a:extLst>
            </p:cNvCxnSpPr>
            <p:nvPr/>
          </p:nvCxnSpPr>
          <p:spPr>
            <a:xfrm>
              <a:off x="8910955" y="4890135"/>
              <a:ext cx="0" cy="306705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</p:grpSp>
      <p:sp>
        <p:nvSpPr>
          <p:cNvPr id="7" name="Google Shape;39;p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QAAL0CAADSMwAAQwYAABAAAAAmAAAACAAAAD2wAAAAAAAA"/>
              </a:ext>
            </a:extLst>
          </p:cNvSpPr>
          <p:nvPr>
            <p:ph type="title"/>
          </p:nvPr>
        </p:nvSpPr>
        <p:spPr>
          <a:xfrm>
            <a:off x="720090" y="445135"/>
            <a:ext cx="7703820" cy="5727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800" cap="none"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8" name="Google Shape;40;p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RwAAK8KAADSMwAAhBsAABAAAAAmAAAACAAAAD2wAAAAAAAA"/>
              </a:ext>
            </a:extLst>
          </p:cNvSpPr>
          <p:nvPr>
            <p:ph type="subTitle" idx="1"/>
          </p:nvPr>
        </p:nvSpPr>
        <p:spPr>
          <a:xfrm>
            <a:off x="4651375" y="1736725"/>
            <a:ext cx="3772535" cy="273621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 cap="none">
                <a:latin typeface="Hanken Grotesk" charset="0"/>
                <a:ea typeface="Arial" pitchFamily="2" charset="0"/>
                <a:cs typeface="Arial" pitchFamily="2" charset="0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 cap="none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 cap="none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 cap="none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 cap="none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 cap="none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 cap="none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 cap="none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 cap="none"/>
            </a:lvl9pPr>
          </a:lstStyle>
          <a:p>
            <a:endParaRPr/>
          </a:p>
        </p:txBody>
      </p:sp>
      <p:sp>
        <p:nvSpPr>
          <p:cNvPr id="9" name="Google Shape;41;p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QAAK8KAACjGwAAhBsAABAAAAAmAAAACAAAAD2wAAAAAAAA"/>
              </a:ext>
            </a:extLst>
          </p:cNvSpPr>
          <p:nvPr>
            <p:ph type="subTitle" idx="2"/>
          </p:nvPr>
        </p:nvSpPr>
        <p:spPr>
          <a:xfrm>
            <a:off x="720090" y="1736725"/>
            <a:ext cx="3772535" cy="273621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 cap="none">
                <a:latin typeface="Hanken Grotesk" charset="0"/>
                <a:ea typeface="Arial" pitchFamily="2" charset="0"/>
                <a:cs typeface="Arial" pitchFamily="2" charset="0"/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 cap="none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 cap="none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 cap="none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 cap="none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 cap="none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 cap="none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 cap="none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 cap="none"/>
            </a:lvl9pPr>
          </a:lstStyle>
          <a:p>
            <a:endParaRPr/>
          </a:p>
        </p:txBody>
      </p:sp>
      <p:sp>
        <p:nvSpPr>
          <p:cNvPr id="10" name="Google Shape;42;p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QAAO0IAACjGwAAJwsAABAAAAAmAAAACAAAAL2wAAAAAAAA"/>
              </a:ext>
            </a:extLst>
          </p:cNvSpPr>
          <p:nvPr>
            <p:ph type="subTitle" idx="3"/>
          </p:nvPr>
        </p:nvSpPr>
        <p:spPr>
          <a:xfrm>
            <a:off x="720090" y="1450975"/>
            <a:ext cx="3772535" cy="36195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cap="none"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endParaRPr/>
          </a:p>
        </p:txBody>
      </p:sp>
      <p:sp>
        <p:nvSpPr>
          <p:cNvPr id="11" name="Google Shape;43;p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RwAAO0IAADSMwAAJwsAABAAAAAmAAAACAAAAL2wAAAAAAAA"/>
              </a:ext>
            </a:extLst>
          </p:cNvSpPr>
          <p:nvPr>
            <p:ph type="subTitle" idx="4"/>
          </p:nvPr>
        </p:nvSpPr>
        <p:spPr>
          <a:xfrm>
            <a:off x="4651375" y="1450975"/>
            <a:ext cx="3772535" cy="36195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cap="none"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gAAAA0AAAAAkAAAAJAAAACQAAAAkAAAAAAAAAABAAAAAAAAAAEAAABQAAAAAAAAAAAA8D8AAAAAAADwPwAAAAAAAOA/AAAAAAAA4D8AAAAAAADgPwAAAAAAAOA/AAAAAAAA4D8AAAAAAADgPwAAAAAAAOA/AAAAAAAA4D8CAAAAjAAAAAEAAAAAAAAA6OfnAP39/QgAAAAAAAAAAAAAAAAAAAAAAAAAAAAAAAAAAAAAeAAAAAEAAABAAAAAAAAAAAAAAAB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OfnAAAAAAEAAAAAAAAAAAAAAAAAAAAAAAAAAAAAAAAAAAAAAAAAAAAAAAJ/f38AAAAAA8zMzADAwP8Af39/AAAAAAAAAAAAAAAAAAAAAAAAAAAAIQAAABgAAAAUAAAA7O///zr///8oEQAAdSAAABAAAAAmAAAACAAAAP//////////"/>
              </a:ext>
            </a:extLst>
          </p:cNvSpPr>
          <p:nvPr/>
        </p:nvSpPr>
        <p:spPr>
          <a:xfrm>
            <a:off x="-2613660" y="-125730"/>
            <a:ext cx="5402580" cy="5401945"/>
          </a:xfrm>
          <a:prstGeom prst="ellipse">
            <a:avLst/>
          </a:prstGeom>
          <a:solidFill>
            <a:srgbClr val="E8E7E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70;p9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ODlXBkfAAAAVAAAAAAAAAAAAAAAAAAAAAAAAAAAAAAAAAAAAAAAAAAAAAAAAAAAAAAAAAAAAAAAAAAAAAAAAAAAAAAAAAAAAAAAAAAAAAAAAAAAAAAAAAAAAAAAAAAAACEAAAAYAAAAFAAAAHoEAACy////3TMAAPQfAAAQAAAAJgAAAAgAAAD/////AAAAAA=="/>
              </a:ext>
            </a:extLst>
          </p:cNvGrpSpPr>
          <p:nvPr/>
        </p:nvGrpSpPr>
        <p:grpSpPr>
          <a:xfrm>
            <a:off x="727710" y="-49530"/>
            <a:ext cx="7703185" cy="5243830"/>
            <a:chOff x="727710" y="-49530"/>
            <a:chExt cx="7703185" cy="5243830"/>
          </a:xfrm>
        </p:grpSpPr>
        <p:sp>
          <p:nvSpPr>
            <p:cNvPr id="6" name="Google Shape;71;p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egQAAEgDAADdMwAAWhwAAAAAAAAmAAAACAAAAP//////////"/>
                </a:ext>
              </a:extLst>
            </p:cNvSpPr>
            <p:nvPr/>
          </p:nvSpPr>
          <p:spPr>
            <a:xfrm>
              <a:off x="727710" y="533400"/>
              <a:ext cx="7703185" cy="4075430"/>
            </a:xfrm>
            <a:prstGeom prst="rect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72;p9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D3ZRI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egQAALL///96BAAATAMAAAAAAAAmAAAACAAAAP//////////"/>
                </a:ext>
              </a:extLst>
            </p:cNvCxnSpPr>
            <p:nvPr/>
          </p:nvCxnSpPr>
          <p:spPr>
            <a:xfrm>
              <a:off x="727710" y="-49530"/>
              <a:ext cx="0" cy="58547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4" name="Google Shape;73;p9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PvvQC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3TMAAFocAADdMwAA9B8AAAAAAAAmAAAACAAAAP//////////"/>
                </a:ext>
              </a:extLst>
            </p:cNvCxnSpPr>
            <p:nvPr/>
          </p:nvCxnSpPr>
          <p:spPr>
            <a:xfrm>
              <a:off x="8430895" y="4608830"/>
              <a:ext cx="0" cy="58547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</p:grpSp>
      <p:sp>
        <p:nvSpPr>
          <p:cNvPr id="7" name="Google Shape;74;p9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EQJPr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xUAAEkGAADuLwAALRMAABAAAAAmAAAACAAAAL2wAAAAAAAA"/>
              </a:ext>
            </a:extLst>
          </p:cNvSpPr>
          <p:nvPr>
            <p:ph type="title"/>
          </p:nvPr>
        </p:nvSpPr>
        <p:spPr>
          <a:xfrm>
            <a:off x="3496945" y="1021715"/>
            <a:ext cx="4294505" cy="209550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000" cap="none"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8" name="Google Shape;75;p9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MnuVb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xUAAC0TAADuLwAAWxkAABAAAAAmAAAACAAAAL2wAAAAAAAA"/>
              </a:ext>
            </a:extLst>
          </p:cNvSpPr>
          <p:nvPr>
            <p:ph type="subTitle" idx="1"/>
          </p:nvPr>
        </p:nvSpPr>
        <p:spPr>
          <a:xfrm>
            <a:off x="3496945" y="3117215"/>
            <a:ext cx="4294505" cy="1004570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USTOM_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7;p20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gAAAA0AAAAAkAAAAJAAAACQAAAAkAAAAAAAAAABAAAAAAAAAAEAAABQAAAAAAAAAAAA8D8AAAAAAADwPwAAAAAAAOA/AAAAAAAA4D8AAAAAAADgPwAAAAAAAOA/AAAAAAAA4D8AAAAAAADgPwAAAAAAAOA/AAAAAAAA4D8CAAAAjAAAAAEAAAAAAAAA6OfnAP39/QgAAAAAAAAAAAAAAAAAAAAAAAAAAAAAAAAAAAAAeAAAAAEAAABAAAAAAAAAAAAAAAB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Bu2R5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OfnAP39/QEAAAAAAAAAAAAAAAAAAAAAAAAAAAAAAAAAAAAAAAAAADMzMwJ/f38A6OfnA8zMzADAwP8Af39/AAAAAAAAAAAAAAAAAAAAAAAAAAAAIQAAABgAAAAUAAAAFjIAAIz6//+KPQAA/wUAABAAAAAmAAAACAAAAP//////////"/>
              </a:ext>
            </a:extLst>
          </p:cNvSpPr>
          <p:nvPr/>
        </p:nvSpPr>
        <p:spPr>
          <a:xfrm>
            <a:off x="8141970" y="-886460"/>
            <a:ext cx="1861820" cy="1861185"/>
          </a:xfrm>
          <a:prstGeom prst="ellipse">
            <a:avLst/>
          </a:prstGeom>
          <a:solidFill>
            <a:srgbClr val="E8E7E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68;p20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FIAAAAfAAAAVAAAAAAAAAAAAAAAAAAAAAAAAAAAAAAAAAAAAAAAAAAAAAAAAAAAAAAAAAAAAAAAAAAAAAAAAAAAAAAAAAAAAAAAAAAAAAAAAAAAAAAAAAAAAAAAAAAAACEAAAAYAAAAFAAAAP////8GCQAAxwUAAFYXAAAQAAAAJgAAAAgAAAD/////AAAAAA=="/>
              </a:ext>
            </a:extLst>
          </p:cNvGrpSpPr>
          <p:nvPr/>
        </p:nvGrpSpPr>
        <p:grpSpPr>
          <a:xfrm>
            <a:off x="-635" y="1466850"/>
            <a:ext cx="939800" cy="2326640"/>
            <a:chOff x="-635" y="1466850"/>
            <a:chExt cx="939800" cy="2326640"/>
          </a:xfrm>
        </p:grpSpPr>
        <p:cxnSp>
          <p:nvCxnSpPr>
            <p:cNvPr id="6" name="Google Shape;169;p20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Hvdc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/////wYJAADHBQAABgkAAAAAAAAmAAAACAAAAP//////////"/>
                </a:ext>
              </a:extLst>
            </p:cNvCxnSpPr>
            <p:nvPr/>
          </p:nvCxnSpPr>
          <p:spPr>
            <a:xfrm>
              <a:off x="-635" y="1466850"/>
              <a:ext cx="9398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5" name="Google Shape;170;p20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Cu5Sz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/////2oQAADHBQAAahAAAAAAAAAmAAAACAAAAP//////////"/>
                </a:ext>
              </a:extLst>
            </p:cNvCxnSpPr>
            <p:nvPr/>
          </p:nvCxnSpPr>
          <p:spPr>
            <a:xfrm>
              <a:off x="-635" y="2668270"/>
              <a:ext cx="9398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4" name="Google Shape;171;p20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kQkg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/////1YXAADHBQAAVhcAAAAAAAAmAAAACAAAAP//////////"/>
                </a:ext>
              </a:extLst>
            </p:cNvCxnSpPr>
            <p:nvPr/>
          </p:nvCxnSpPr>
          <p:spPr>
            <a:xfrm>
              <a:off x="-635" y="3793490"/>
              <a:ext cx="9398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</p:grpSp>
      <p:grpSp>
        <p:nvGrpSpPr>
          <p:cNvPr id="7" name="Google Shape;172;p20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OCA1BkfAAAAVAAAAAAAAAAAAAAAAAAAAAAAAAAAAAAAAAAAAAAAAAAAAAAAAAAAAAAAAAAAAAAAAAAAAAAAAAAAAAAAAAAAAAAAAAAAAAAAAAAAAAAAAAAAAAAAAAAAACEAAAAYAAAAFAAAAG4BAABvAQAAuDgAADEgAAAQAAAAJgAAAAgAAAD/////AAAAAA=="/>
              </a:ext>
            </a:extLst>
          </p:cNvGrpSpPr>
          <p:nvPr/>
        </p:nvGrpSpPr>
        <p:grpSpPr>
          <a:xfrm>
            <a:off x="232410" y="233045"/>
            <a:ext cx="8987790" cy="4999990"/>
            <a:chOff x="232410" y="233045"/>
            <a:chExt cx="8987790" cy="4999990"/>
          </a:xfrm>
        </p:grpSpPr>
        <p:sp>
          <p:nvSpPr>
            <p:cNvPr id="10" name="Google Shape;173;p20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HA6Ly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bgEAAG8BAADRNgAAQB4AAAAAAAAmAAAACAAAAP//////////"/>
                </a:ext>
              </a:extLst>
            </p:cNvSpPr>
            <p:nvPr/>
          </p:nvSpPr>
          <p:spPr>
            <a:xfrm>
              <a:off x="232410" y="233045"/>
              <a:ext cx="8678545" cy="4684395"/>
            </a:xfrm>
            <a:prstGeom prst="rect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" name="Google Shape;174;p20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HA6Y0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0TYAAG8BAAC4OAAAbwEAAAAAAAAmAAAACAAAAP//////////"/>
                </a:ext>
              </a:extLst>
            </p:cNvCxnSpPr>
            <p:nvPr/>
          </p:nvCxnSpPr>
          <p:spPr>
            <a:xfrm>
              <a:off x="8910955" y="233045"/>
              <a:ext cx="30924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8" name="Google Shape;175;p20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HR5cG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B/f38A6OfnA8zMzADAwP8Af39/AAAAAAAAAAAAAAAAAAAAAAAAAAAAIQAAABgAAAAUAAAAcAEAAEAeAABwAQAAMSAAAAAAAAAmAAAACAAAAP//////////"/>
                </a:ext>
              </a:extLst>
            </p:cNvCxnSpPr>
            <p:nvPr/>
          </p:nvCxnSpPr>
          <p:spPr>
            <a:xfrm>
              <a:off x="233680" y="4917440"/>
              <a:ext cx="0" cy="315595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</p:grpSp>
      <p:sp>
        <p:nvSpPr>
          <p:cNvPr id="11" name="Google Shape;176;p2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wQAAL0CAADSMwAAQwYAABAAAAAmAAAACAAAAD2wAAAAAAAA"/>
              </a:ext>
            </a:extLst>
          </p:cNvSpPr>
          <p:nvPr>
            <p:ph type="title"/>
          </p:nvPr>
        </p:nvSpPr>
        <p:spPr>
          <a:xfrm>
            <a:off x="713105" y="445135"/>
            <a:ext cx="7710805" cy="5727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12" name="Google Shape;177;p2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goAABgKAABVMwAAWw0AABAAAAAmAAAACAAAAD2wAAAAAAAA"/>
              </a:ext>
            </a:extLst>
          </p:cNvSpPr>
          <p:nvPr>
            <p:ph type="subTitle" idx="1"/>
          </p:nvPr>
        </p:nvSpPr>
        <p:spPr>
          <a:xfrm>
            <a:off x="1731010" y="1640840"/>
            <a:ext cx="6613525" cy="53022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cap="none">
                <a:latin typeface="Hanken Grotes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13" name="Google Shape;178;p2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goAADoRAABVMwAAeRQAABAAAAAmAAAACAAAAD2wAAAAAAAA"/>
              </a:ext>
            </a:extLst>
          </p:cNvSpPr>
          <p:nvPr>
            <p:ph type="subTitle" idx="2"/>
          </p:nvPr>
        </p:nvSpPr>
        <p:spPr>
          <a:xfrm>
            <a:off x="1731010" y="2800350"/>
            <a:ext cx="6613525" cy="52768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cap="none">
                <a:latin typeface="Hanken Grotes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14" name="Google Shape;179;p2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goAAFgYAABVMwAAlxsAABAAAAAmAAAACAAAAD2wAAAAAAAA"/>
              </a:ext>
            </a:extLst>
          </p:cNvSpPr>
          <p:nvPr>
            <p:ph type="subTitle" idx="3"/>
          </p:nvPr>
        </p:nvSpPr>
        <p:spPr>
          <a:xfrm>
            <a:off x="1731010" y="3957320"/>
            <a:ext cx="6613525" cy="52768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cap="none">
                <a:latin typeface="Hanken Grotes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15" name="Google Shape;180;p2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goAAKMHAABVMwAA5goAABAAAAAmAAAACAAAAL2wAAAAAAAA"/>
              </a:ext>
            </a:extLst>
          </p:cNvSpPr>
          <p:nvPr>
            <p:ph type="subTitle" idx="4"/>
          </p:nvPr>
        </p:nvSpPr>
        <p:spPr>
          <a:xfrm>
            <a:off x="1731010" y="1241425"/>
            <a:ext cx="6613525" cy="530225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cap="none"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endParaRPr/>
          </a:p>
        </p:txBody>
      </p:sp>
      <p:sp>
        <p:nvSpPr>
          <p:cNvPr id="16" name="Google Shape;181;p2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goAALwOAABVMwAA+xEAABAAAAAmAAAACAAAAL2wAAAAAAAA"/>
              </a:ext>
            </a:extLst>
          </p:cNvSpPr>
          <p:nvPr>
            <p:ph type="subTitle" idx="5"/>
          </p:nvPr>
        </p:nvSpPr>
        <p:spPr>
          <a:xfrm>
            <a:off x="1731010" y="2395220"/>
            <a:ext cx="6613525" cy="527685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900" cap="none"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endParaRPr/>
          </a:p>
        </p:txBody>
      </p:sp>
      <p:sp>
        <p:nvSpPr>
          <p:cNvPr id="17" name="Google Shape;182;p2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goAANIVAABVMwAAERkAABAAAAAmAAAACAAAAL2wAAAAAAAA"/>
              </a:ext>
            </a:extLst>
          </p:cNvSpPr>
          <p:nvPr>
            <p:ph type="subTitle" idx="6"/>
          </p:nvPr>
        </p:nvSpPr>
        <p:spPr>
          <a:xfrm>
            <a:off x="1731010" y="3547110"/>
            <a:ext cx="6613525" cy="527685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900" cap="none"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7;p28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gAAAA0AAAAAkAAAAJAAAACQAAAAkAAAAAAAAAABAAAAAAAAAAEAAABQAAAAAAAAAAAA8D8AAAAAAADwPwAAAAAAAOA/AAAAAAAA4D8AAAAAAADgPwAAAAAAAOA/AAAAAAAA4D8AAAAAAADgPwAAAAAAAOA/AAAAAAAA4D8CAAAAjAAAAAEAAAAAAAAA6OfnAP39/QgAAAAAAAAAAAAAAAAAAAAAAAAAAAAAAAAAAAAAeAAAAAEAAABAAAAAAAAAAAAAAAB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L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OfnAAAAAAEAAAAAAAAAAAAAAAAAAAAAAAAAAAAAAAAAAAAAAAAAAAAAAAJ/f38AAAAAA8zMzADAwP8Af39/AAAAAAAAAAAAAAAAAAAAAAAAAAAAIQAAABgAAAAUAAAAsTIAAN0ZAAAlPgAAUCUAABAAAAAmAAAACAAAAP//////////"/>
              </a:ext>
            </a:extLst>
          </p:cNvSpPr>
          <p:nvPr/>
        </p:nvSpPr>
        <p:spPr>
          <a:xfrm>
            <a:off x="8240395" y="4204335"/>
            <a:ext cx="1861820" cy="1861185"/>
          </a:xfrm>
          <a:prstGeom prst="ellipse">
            <a:avLst/>
          </a:prstGeom>
          <a:solidFill>
            <a:srgbClr val="E8E7E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268;p28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AAAAAAfAAAAVAAAAAAAAAAAAAAAAAAAAAAAAAAAAAAAAAAAAAAAAAAAAAAAAAAAAAAAAAAAAAAAAAAAAAAAAAAAAAAAAAAAAAAAAAAAAAAAAAAAAAAAAAAAAAAAAAAAACEAAAAYAAAAFAAAAG4BAACy////0TYAAP8fAAAQAAAAJgAAAAgAAAD/////AAAAAA=="/>
              </a:ext>
            </a:extLst>
          </p:cNvGrpSpPr>
          <p:nvPr/>
        </p:nvGrpSpPr>
        <p:grpSpPr>
          <a:xfrm>
            <a:off x="232410" y="-49530"/>
            <a:ext cx="8678545" cy="5250815"/>
            <a:chOff x="232410" y="-49530"/>
            <a:chExt cx="8678545" cy="5250815"/>
          </a:xfrm>
        </p:grpSpPr>
        <p:sp>
          <p:nvSpPr>
            <p:cNvPr id="7" name="Google Shape;269;p28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bgEAAG4BAADRNgAAQB4AAAAAAAAmAAAACAAAAP//////////"/>
                </a:ext>
              </a:extLst>
            </p:cNvSpPr>
            <p:nvPr/>
          </p:nvSpPr>
          <p:spPr>
            <a:xfrm>
              <a:off x="232410" y="232410"/>
              <a:ext cx="8678545" cy="4685030"/>
            </a:xfrm>
            <a:prstGeom prst="rect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270;p28"/>
            <p:cNvGrp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AAAAAAfAAAAVAAAAAAAAAAAAAAAAAAAAAAAAAAAAAAAAAAAAAAAAAAAAAAAAAAAAAAAAAAAAAAAAAAAAAAAAAAAAAAAAAAAAAAAAAAAAAAAAAAAAAAAAAAAAAAAAAAAACEAAAAYAAAAFAAAAG4BAACy////0TYAAP8fAAAAAAAAJgAAAAgAAAD/////AAAAAA=="/>
                </a:ext>
              </a:extLst>
            </p:cNvGrpSpPr>
            <p:nvPr/>
          </p:nvGrpSpPr>
          <p:grpSpPr>
            <a:xfrm>
              <a:off x="232410" y="-49530"/>
              <a:ext cx="8678545" cy="5250815"/>
              <a:chOff x="232410" y="-49530"/>
              <a:chExt cx="8678545" cy="5250815"/>
            </a:xfrm>
          </p:grpSpPr>
          <p:cxnSp>
            <p:nvCxnSpPr>
              <p:cNvPr id="6" name="Google Shape;271;p28"/>
              <p:cNvCxn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bgEAALL///9uAQAAcQEAAAAAAAAmAAAACAAAAP//////////"/>
                  </a:ext>
                </a:extLst>
              </p:cNvCxnSpPr>
              <p:nvPr/>
            </p:nvCxnSpPr>
            <p:spPr>
              <a:xfrm>
                <a:off x="232410" y="-49530"/>
                <a:ext cx="0" cy="283845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333333"/>
                </a:solidFill>
                <a:prstDash val="solid"/>
                <a:headEnd type="none"/>
                <a:tailEnd type="none"/>
              </a:ln>
              <a:effectLst/>
            </p:spPr>
          </p:cxnSp>
          <p:cxnSp>
            <p:nvCxnSpPr>
              <p:cNvPr id="5" name="Google Shape;272;p28"/>
              <p:cNvCxnSpPr>
                <a:extLst>
                  <a:ext uri="smNativeData">
  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0TYAAEAeAADRNgAA/x8AAAAAAAAmAAAACAAAAP//////////"/>
                  </a:ext>
                </a:extLst>
              </p:cNvCxnSpPr>
              <p:nvPr/>
            </p:nvCxnSpPr>
            <p:spPr>
              <a:xfrm>
                <a:off x="8910955" y="4917440"/>
                <a:ext cx="0" cy="283845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333333"/>
                </a:solidFill>
                <a:prstDash val="solid"/>
                <a:headEnd type="none"/>
                <a:tailEnd type="none"/>
              </a:ln>
              <a:effectLst/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4;p2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gAAAA0AAAAAkAAAAJAAAACQAAAAkAAAAAAAAAABAAAAAAAAAAEAAABQAAAAAAAAAAAA8D8AAAAAAADwPwAAAAAAAOA/AAAAAAAA4D8AAAAAAADgPwAAAAAAAOA/AAAAAAAA4D8AAAAAAADgPwAAAAAAAOA/AAAAAAAA4D8CAAAAjAAAAAEAAAAAAAAA6OfnAP39/QgAAAAAAAAAAAAAAAAAAAAAAAAAAAAAAAAAAAAAeAAAAAEAAABAAAAAAAAAAAAAAAB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OfnAAAAAAEAAAAAAAAAAAAAAAAAAAAAAAAAAAAAAAAAAAAAAAAAAAAAAAJ/f38AAAAAA8zMzADAwP8Af39/AAAAAAAAAAAAAAAAAAAAAAAAAAAAIQAAABgAAAAUAAAAFjIAAIz6//+KPQAA/wUAABAAAAAmAAAACAAAAP//////////"/>
              </a:ext>
            </a:extLst>
          </p:cNvSpPr>
          <p:nvPr/>
        </p:nvSpPr>
        <p:spPr>
          <a:xfrm>
            <a:off x="8141970" y="-886460"/>
            <a:ext cx="1861820" cy="1861185"/>
          </a:xfrm>
          <a:prstGeom prst="ellipse">
            <a:avLst/>
          </a:prstGeom>
          <a:solidFill>
            <a:srgbClr val="E8E7E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275;p29"/>
          <p:cNvGrp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6_rw0QaBMAAAAlAAAAAQAAAA8BAAAAkAAAAEgAAACQAAAASAAAAAAAAAAAAAAAAAAAABcAAAAUAAAAAAAAAAAAAAD/fwAA/38AAAAAAAAJAAAABAAAAAAAAAAfAAAAVAAAAAAAAAAAAAAAAAAAAAAAAAAAAAAAAAAAAAAAAAAAAAAAAAAAAAAAAAAAAAAAAAAAAAAAAAAAAAAAAAAAAAAAAAAAAAAAAAAAAAAAAAAAAAAAAAAAACEAAAAYAAAAFAAAAG4BAABvAQAAEjkAAAogAAAQAAAAJgAAAAgAAAD/////AAAAAA=="/>
              </a:ext>
            </a:extLst>
          </p:cNvGrpSpPr>
          <p:nvPr/>
        </p:nvGrpSpPr>
        <p:grpSpPr>
          <a:xfrm>
            <a:off x="232410" y="233045"/>
            <a:ext cx="9044940" cy="4975225"/>
            <a:chOff x="232410" y="233045"/>
            <a:chExt cx="9044940" cy="4975225"/>
          </a:xfrm>
        </p:grpSpPr>
        <p:sp>
          <p:nvSpPr>
            <p:cNvPr id="6" name="Google Shape;276;p29"/>
            <p:cNv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SwAAAEsAAAAAAAAASwAAAEs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NPb68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bgEAAG8BAADSNgAAQB4AAAAAAAAmAAAACAAAAP//////////"/>
                </a:ext>
              </a:extLst>
            </p:cNvSpPr>
            <p:nvPr/>
          </p:nvSpPr>
          <p:spPr>
            <a:xfrm>
              <a:off x="232410" y="233045"/>
              <a:ext cx="8679180" cy="4684395"/>
            </a:xfrm>
            <a:prstGeom prst="rect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lIns="91440" tIns="91440" rIns="91440" bIns="91440" numCol="1" spcCol="215900" anchor="ctr"/>
            <a:lstStyle/>
            <a:p>
              <a:pPr mar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277;p29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0jYAAG8BAAASOQAAbwEAAAAAAAAmAAAACAAAAP//////////"/>
                </a:ext>
              </a:extLst>
            </p:cNvCxnSpPr>
            <p:nvPr/>
          </p:nvCxnSpPr>
          <p:spPr>
            <a:xfrm>
              <a:off x="8911590" y="233045"/>
              <a:ext cx="36576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  <p:cxnSp>
          <p:nvCxnSpPr>
            <p:cNvPr id="4" name="Google Shape;278;p29"/>
            <p:cNvCxnSpPr>
              <a:extLst>
                <a:ext uri="smNativeData">
  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DQAAAA0AAAAAkAAAAEgAAACQAAAASAAAAAAAAAAAAAAAAAAAAAEAAABQAAAAAAAAAAAA8L8AAAAAAAAAAAAAAAAAAP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BAAAAAAAAADMzMwAe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DMzMwB/f38AAAAAA8zMzADAwP8Af39/AAAAAAAAAAAAAAAAAAAAAAAAAAAAIQAAABgAAAAUAAAAbgEAAEAeAABwAQAACiAAAAAAAAAmAAAACAAAAP//////////"/>
                </a:ext>
              </a:extLst>
            </p:cNvCxnSpPr>
            <p:nvPr/>
          </p:nvCxnSpPr>
          <p:spPr>
            <a:xfrm>
              <a:off x="232410" y="4917440"/>
              <a:ext cx="1270" cy="290830"/>
            </a:xfrm>
            <a:prstGeom prst="straightConnector1">
              <a:avLst/>
            </a:prstGeom>
            <a:noFill/>
            <a:ln w="19050" cap="flat" cmpd="sng" algn="ctr">
              <a:solidFill>
                <a:srgbClr val="333333"/>
              </a:solidFill>
              <a:prstDash val="solid"/>
              <a:headEnd type="none"/>
              <a:tailEnd type="none"/>
            </a:ln>
            <a:effectLst/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rhCv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wQAAL0CAADdMwAAQwYAABAAAAAmAAAACAAAAL2/AAD/HwAA"/>
              </a:ext>
            </a:extLst>
          </p:cNvSpPr>
          <p:nvPr>
            <p:ph type="title"/>
          </p:nvPr>
        </p:nvSpPr>
        <p:spPr>
          <a:xfrm>
            <a:off x="713105" y="445135"/>
            <a:ext cx="7717790" cy="5727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000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endParaRPr/>
          </a:p>
        </p:txBody>
      </p:sp>
      <p:sp>
        <p:nvSpPr>
          <p:cNvPr id="3" name="Google Shape;7;p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BrTGt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wQAABcHAADdMwAAGxwAABAAAAAmAAAACAAAAL2/AAD/HwAA"/>
              </a:ext>
            </a:extLst>
          </p:cNvSpPr>
          <p:nvPr>
            <p:ph type="body" idx="1"/>
          </p:nvPr>
        </p:nvSpPr>
        <p:spPr>
          <a:xfrm>
            <a:off x="713105" y="1152525"/>
            <a:ext cx="7717790" cy="3416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●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○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■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●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○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■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●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○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Hanken Grotesk" charset="0"/>
              <a:buChar char="■"/>
              <a:defRPr cap="none">
                <a:solidFill>
                  <a:srgbClr val="333333"/>
                </a:solidFill>
                <a:latin typeface="Hanken Grotesk" charset="0"/>
                <a:ea typeface="Arial" pitchFamily="2" charset="0"/>
                <a:cs typeface="Arial" pitchFamily="2" charset="0"/>
              </a:defRPr>
            </a:lvl9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66" r:id="rId6"/>
    <p:sldLayoutId id="2147483674" r:id="rId7"/>
    <p:sldLayoutId id="2147483675" r:id="rId8"/>
  </p:sldLayoutIdLst>
  <p:hf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0"/>
          <a:ea typeface="Arial" pitchFamily="2" charset="0"/>
          <a:cs typeface="Arial" pitchFamily="2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FaisalAlsaadi/chatApp" TargetMode="External"/><Relationship Id="rId4" Type="http://schemas.openxmlformats.org/officeDocument/2006/relationships/hyperlink" Target="mailto:Faisal.alsaadi@proton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9;p3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xQUAANQCAAB7MgAAZQsAABAAAAAmAAAACAAAAD0wAAAAAAAA"/>
              </a:ext>
            </a:extLst>
          </p:cNvSpPr>
          <p:nvPr>
            <p:ph type="ctrTitle"/>
          </p:nvPr>
        </p:nvSpPr>
        <p:spPr>
          <a:xfrm>
            <a:off x="937895" y="459740"/>
            <a:ext cx="7268210" cy="1392555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Secure Messaging Application</a:t>
            </a:r>
          </a:p>
        </p:txBody>
      </p:sp>
      <p:sp>
        <p:nvSpPr>
          <p:cNvPr id="3" name="Google Shape;290;p3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mAgAAG8LAACoLwAAXA4AABAAAAAmAAAACAAAAD0wAAAAAAAA"/>
              </a:ext>
            </a:extLst>
          </p:cNvSpPr>
          <p:nvPr>
            <p:ph type="subTitle" idx="1"/>
          </p:nvPr>
        </p:nvSpPr>
        <p:spPr>
          <a:xfrm>
            <a:off x="1397000" y="1858645"/>
            <a:ext cx="6350000" cy="47561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cap="none"/>
              <a:t>A Privacy-Focused Communication Platform</a:t>
            </a:r>
            <a:endParaRPr sz="2400" cap="none"/>
          </a:p>
        </p:txBody>
      </p:sp>
      <p:sp>
        <p:nvSpPr>
          <p:cNvPr id="4" name="TextBox 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E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AAAAAB/f38A6OfnA8zMzADAwP8Af39/AAAAAAAAAAAAAAAAAAAAAAAAAAAAIQAAABgAAAAUAAAAGBUAAOUVAAAoIwAA9RoAAAAgAAAmAAAACAAAAP//////////"/>
              </a:ext>
            </a:extLst>
          </p:cNvSpPr>
          <p:nvPr/>
        </p:nvSpPr>
        <p:spPr>
          <a:xfrm>
            <a:off x="3429000" y="3559175"/>
            <a:ext cx="22860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cap="none">
                <a:solidFill>
                  <a:srgbClr val="333333"/>
                </a:solidFill>
              </a:defRPr>
            </a:pPr>
            <a:r>
              <a:rPr lang="en-us" sz="2400" cap="none">
                <a:latin typeface="Hanken Grotesk" charset="0"/>
                <a:ea typeface="Arial" pitchFamily="2" charset="0"/>
                <a:cs typeface="Arial" pitchFamily="2" charset="0"/>
              </a:rPr>
              <a:t>Faisal Al-Saadi</a:t>
            </a:r>
          </a:p>
          <a:p>
            <a:pPr algn="ctr">
              <a:defRPr cap="none">
                <a:solidFill>
                  <a:srgbClr val="333333"/>
                </a:solidFill>
              </a:defRPr>
            </a:pPr>
            <a:r>
              <a:rPr lang="en-us" sz="2400" cap="none">
                <a:latin typeface="Hanken Grotesk" charset="0"/>
                <a:ea typeface="Arial" pitchFamily="2" charset="0"/>
                <a:cs typeface="Arial" pitchFamily="2" charset="0"/>
              </a:rPr>
              <a:t>101267</a:t>
            </a:r>
          </a:p>
        </p:txBody>
      </p:sp>
      <p:pic>
        <p:nvPicPr>
          <p:cNvPr id="5" name="Graphic 3" descr="Lock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QAAABkAAAAZAAAAAAAAAAjAAAABAAAAGQAAAAXAAAAFAAAAAAAAAAAAAAA/38AAP9/AAAAAAAACQAAAAQAAAA2My41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MYtAADlFQAAZjMAAIUbAAAQAAAAJgAAAAgAAAD//////////w==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0930" y="3559175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Graphic 5" descr="Smart Phone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QAAABkAAAAZAAAAAAAAAAjAAAABAAAAGQAAAAXAAAAFAAAAAAAAAAAAAAA/38AAP9/AAAAAAAACQAAAAQAAADNYFo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NoEAACyFQAAegoAAFIbAAAQAAAAJgAAAAgAAAD//////////w=="/>
              </a:ext>
            </a:extLst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670" y="3526790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LOPDh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YwQAAL0CAADSMw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Problem Statement</a:t>
            </a:r>
          </a:p>
        </p:txBody>
      </p:sp>
      <p:sp>
        <p:nvSpPr>
          <p:cNvPr id="3" name="Subtitle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vAYAAEMKAABqLwAAhg0AABAAAAAmAAAACAAAAAGAAAAAAAAA"/>
              </a:ext>
            </a:extLst>
          </p:cNvSpPr>
          <p:nvPr>
            <p:ph type="subTitle" idx="4"/>
          </p:nvPr>
        </p:nvSpPr>
        <p:spPr>
          <a:xfrm>
            <a:off x="1094740" y="1668145"/>
            <a:ext cx="6612890" cy="530225"/>
          </a:xfrm>
        </p:spPr>
        <p:txBody>
          <a:bodyPr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cap="none"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r>
              <a:rPr lang="en-us" sz="2000" cap="none"/>
              <a:t>• Growing security concerns with mainstream messaging apps</a:t>
            </a:r>
          </a:p>
        </p:txBody>
      </p:sp>
      <p:sp>
        <p:nvSpPr>
          <p:cNvPr id="4" name="Subtitle 9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vAYAAIYNAABqLwAAxRAAAAAAAAAmAAAACAAAAAEAAAAAAAAA"/>
              </a:ext>
            </a:extLst>
          </p:cNvSpPr>
          <p:nvPr>
            <p:ph type="subTitle" idx="5"/>
          </p:nvPr>
        </p:nvSpPr>
        <p:spPr>
          <a:xfrm>
            <a:off x="1094740" y="2255483"/>
            <a:ext cx="6612890" cy="527685"/>
          </a:xfrm>
        </p:spPr>
        <p:txBody>
          <a:bodyPr/>
          <a:lstStyle/>
          <a:p>
            <a:r>
              <a:rPr lang="en-us" sz="2000" cap="none" dirty="0"/>
              <a:t>• Metadata collection and privacy issues</a:t>
            </a:r>
          </a:p>
        </p:txBody>
      </p:sp>
      <p:sp>
        <p:nvSpPr>
          <p:cNvPr id="5" name="Subtitle 1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vAYAAAgUAABqLwAARxcAABAAAAAmAAAACAAAAAEAAAAAAAAA"/>
              </a:ext>
            </a:extLst>
          </p:cNvSpPr>
          <p:nvPr>
            <p:ph type="subTitle" idx="6"/>
          </p:nvPr>
        </p:nvSpPr>
        <p:spPr>
          <a:xfrm>
            <a:off x="1094740" y="3322039"/>
            <a:ext cx="6612890" cy="527685"/>
          </a:xfrm>
        </p:spPr>
        <p:txBody>
          <a:bodyPr/>
          <a:lstStyle/>
          <a:p>
            <a:r>
              <a:rPr lang="en-us" sz="2000" cap="none" dirty="0"/>
              <a:t>• Controversies around platforms like WhatsApp and Telegram</a:t>
            </a:r>
          </a:p>
        </p:txBody>
      </p:sp>
      <p:sp>
        <p:nvSpPr>
          <p:cNvPr id="6" name="Subtitle 10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vAYAAKgZAABqLwAA5xwAABAAAAAmAAAACAAAAP//////////"/>
              </a:ext>
            </a:extLst>
          </p:cNvSpPr>
          <p:nvPr/>
        </p:nvSpPr>
        <p:spPr>
          <a:xfrm>
            <a:off x="1094740" y="4200936"/>
            <a:ext cx="6612890" cy="5276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b"/>
          <a:lstStyle>
            <a:lvl1pPr marL="457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r>
              <a:rPr lang="en-us" sz="2000" cap="none" dirty="0"/>
              <a:t>• Digital wellbeing challenges in modern communication</a:t>
            </a:r>
          </a:p>
        </p:txBody>
      </p:sp>
      <p:pic>
        <p:nvPicPr>
          <p:cNvPr id="7" name="Graphic 13" descr="Warni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Q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CUwAAC9AgAAxTUAAF0IAAAQAAAAJgAAAAgAAAD//////////w==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6375" y="445135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6;p3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YwQAAL0CAADSMwAAQwY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 dirty="0"/>
              <a:t>Solution Overview</a:t>
            </a:r>
          </a:p>
        </p:txBody>
      </p:sp>
      <p:sp>
        <p:nvSpPr>
          <p:cNvPr id="3" name="Google Shape;340;p3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9AYAAKcJAACjLwAA6wwAAAAAAAAmAAAACAAAAD2wAAAAAAAA"/>
              </a:ext>
            </a:extLst>
          </p:cNvSpPr>
          <p:nvPr>
            <p:ph type="subTitle" idx="4"/>
          </p:nvPr>
        </p:nvSpPr>
        <p:spPr>
          <a:xfrm>
            <a:off x="1130296" y="1388745"/>
            <a:ext cx="6613525" cy="53086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cap="none">
                <a:latin typeface="Figtree Black" charset="0"/>
                <a:ea typeface="Arial" pitchFamily="2" charset="0"/>
                <a:cs typeface="Arial" pitchFamily="2" charset="0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cap="none"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</a:t>
            </a:r>
            <a:r>
              <a:rPr lang="en-us" cap="none" dirty="0"/>
              <a:t> End-to-end encrypted messaging with transparent implementation</a:t>
            </a:r>
          </a:p>
        </p:txBody>
      </p:sp>
      <p:sp>
        <p:nvSpPr>
          <p:cNvPr id="4" name="Google Shape;341;p3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9AYAAHwOAACjLwAAuxEAAAAAAAAmAAAACAAAAD0wAAAAAAAA"/>
              </a:ext>
            </a:extLst>
          </p:cNvSpPr>
          <p:nvPr>
            <p:ph type="subTitle" idx="5"/>
          </p:nvPr>
        </p:nvSpPr>
        <p:spPr>
          <a:xfrm>
            <a:off x="1130294" y="2183447"/>
            <a:ext cx="6613525" cy="527685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2- </a:t>
            </a:r>
            <a:r>
              <a:rPr lang="en-us" cap="none" dirty="0"/>
              <a:t>User-controlled message persistence through SafeSpace feature </a:t>
            </a:r>
          </a:p>
        </p:txBody>
      </p:sp>
      <p:sp>
        <p:nvSpPr>
          <p:cNvPr id="6" name="Google Shape;342;p3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9AYAAOwYAACjLwAAKxwAAAAAAAAmAAAACAAAAP//////////"/>
              </a:ext>
            </a:extLst>
          </p:cNvSpPr>
          <p:nvPr/>
        </p:nvSpPr>
        <p:spPr>
          <a:xfrm>
            <a:off x="1121322" y="3714750"/>
            <a:ext cx="6613525" cy="5276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b"/>
          <a:lstStyle>
            <a:lvl1pPr marL="457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pPr marL="0" indent="0"/>
            <a:r>
              <a:rPr lang="en-us" dirty="0"/>
              <a:t>5-</a:t>
            </a:r>
            <a:r>
              <a:rPr lang="en-us" cap="none" dirty="0"/>
              <a:t> Cross-platform functionality using Flutter</a:t>
            </a:r>
          </a:p>
        </p:txBody>
      </p:sp>
      <p:sp>
        <p:nvSpPr>
          <p:cNvPr id="7" name="Google Shape;342;p3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9AYAAEwTAACjLwAAixYAAAAAAAAmAAAACAAAAP//////////"/>
              </a:ext>
            </a:extLst>
          </p:cNvSpPr>
          <p:nvPr/>
        </p:nvSpPr>
        <p:spPr>
          <a:xfrm>
            <a:off x="1121323" y="2995930"/>
            <a:ext cx="6613525" cy="5276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b"/>
          <a:lstStyle>
            <a:lvl1pPr marL="457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pPr marL="0" indent="0" rtl="0">
              <a:defRPr cap="none">
                <a:solidFill>
                  <a:srgbClr val="333333"/>
                </a:solidFill>
              </a:defRPr>
            </a:pPr>
            <a:r>
              <a:rPr lang="en-us" sz="1800" b="0" i="0" dirty="0">
                <a:solidFill>
                  <a:srgbClr val="333333"/>
                </a:solidFill>
                <a:effectLst/>
                <a:latin typeface="Figtree Black" panose="020B0604020202020204" charset="0"/>
                <a:ea typeface="Figtree Black" panose="020B0604020202020204" charset="0"/>
                <a:cs typeface="Figtree Black" panose="020B0604020202020204" charset="0"/>
              </a:rPr>
              <a:t>3- 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Figtree Black" panose="020B0604020202020204" charset="0"/>
                <a:ea typeface="Figtree Black" panose="020B0604020202020204" charset="0"/>
                <a:cs typeface="Figtree Black" panose="020B0604020202020204" charset="0"/>
              </a:rPr>
              <a:t>Digital wellbeing promotion through health reminders</a:t>
            </a:r>
            <a:endParaRPr lang="en-US" dirty="0">
              <a:effectLst/>
            </a:endParaRPr>
          </a:p>
          <a:p>
            <a:pPr marL="0" indent="0">
              <a:defRPr cap="none">
                <a:solidFill>
                  <a:srgbClr val="333333"/>
                </a:solidFill>
              </a:defRPr>
            </a:pPr>
            <a:endParaRPr lang="en-us" cap="none" dirty="0"/>
          </a:p>
        </p:txBody>
      </p:sp>
      <p:pic>
        <p:nvPicPr>
          <p:cNvPr id="8" name="Graphic 10" descr="Customer review RTL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QAAABkAAAAZAAAAAAAAAAjAAAABAAAAGQAAAAXAAAAFAAAAAAAAAAAAAAA/38AAP9/AAAAAAAACQAAAAQAAAAiIGN5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KMvAABEAgAAPjYAAN8IAAAQAAAAJgAAAAgAAAD//////////w==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3825" y="368300"/>
            <a:ext cx="1073785" cy="10737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Google Shape;342;p37">
            <a:extLst>
              <a:ext uri="{FF2B5EF4-FFF2-40B4-BE49-F238E27FC236}">
                <a16:creationId xmlns:a16="http://schemas.microsoft.com/office/drawing/2014/main" id="{A0DE0687-C89B-249A-0F67-193D7A7DCFE7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9AYAAEwTAACjLwAAixYAAAAAAAAmAAAACAAAAP//////////"/>
              </a:ext>
            </a:extLst>
          </p:cNvSpPr>
          <p:nvPr/>
        </p:nvSpPr>
        <p:spPr>
          <a:xfrm>
            <a:off x="1130294" y="3523615"/>
            <a:ext cx="6613525" cy="5276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b"/>
          <a:lstStyle>
            <a:lvl1pPr marL="457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333333"/>
                </a:solidFill>
                <a:latin typeface="Figtree Black" charset="0"/>
                <a:ea typeface="Arial" pitchFamily="2" charset="0"/>
                <a:cs typeface="Arial" pitchFamily="2" charset="0"/>
              </a:defRPr>
            </a:lvl9pPr>
          </a:lstStyle>
          <a:p>
            <a:pPr marL="0" indent="0" rtl="0">
              <a:defRPr cap="none">
                <a:solidFill>
                  <a:srgbClr val="333333"/>
                </a:solidFill>
              </a:defRPr>
            </a:pPr>
            <a:r>
              <a:rPr lang="en-us" sz="1800" cap="none" dirty="0"/>
              <a:t>4- </a:t>
            </a:r>
            <a:r>
              <a:rPr lang="en-US" sz="1800" cap="none" dirty="0"/>
              <a:t>Modern</a:t>
            </a:r>
            <a:r>
              <a:rPr lang="en-US" sz="1800" dirty="0"/>
              <a:t>, intuitive interface with quality-of-life features</a:t>
            </a:r>
            <a:endParaRPr lang="en-US" dirty="0">
              <a:effectLst/>
            </a:endParaRPr>
          </a:p>
          <a:p>
            <a:pPr marL="0" indent="0">
              <a:defRPr cap="none">
                <a:solidFill>
                  <a:srgbClr val="333333"/>
                </a:solidFill>
              </a:defRPr>
            </a:pPr>
            <a:endParaRPr lang="en-us" cap="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F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L0CAADSMw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/>
              <a:t>Architecture</a:t>
            </a:r>
          </a:p>
        </p:txBody>
      </p:sp>
      <p:sp>
        <p:nvSpPr>
          <p:cNvPr id="3" name="TextBox 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E0AAAAAkAAAAEgAAACQAAAASAAAAAAAAAAB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AAAAAB/f38A6OfnA8zMzADAwP8Af39/AAAAAAAAAAAAAAAAAAAAAAAAAAAAIQAAABgAAAAUAAAAgAcAAAgHAAAXMQAAeAkAAAAgAAAmAAAACAAAAP//////////"/>
              </a:ext>
            </a:extLst>
          </p:cNvSpPr>
          <p:nvPr/>
        </p:nvSpPr>
        <p:spPr>
          <a:xfrm>
            <a:off x="1219200" y="1143000"/>
            <a:ext cx="6760845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/>
            <a:r>
              <a:rPr lang="en-us" sz="2000" cap="none">
                <a:latin typeface="Hanken Grotesk" charset="0"/>
                <a:ea typeface="Arial" pitchFamily="2" charset="0"/>
                <a:cs typeface="Arial" pitchFamily="2" charset="0"/>
              </a:rPr>
              <a:t>Client-server architecture with Firebase backend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F7D906-C268-7878-0D15-704BA35DBB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3" t="29713" r="81136" b="39789"/>
          <a:stretch/>
        </p:blipFill>
        <p:spPr bwMode="auto">
          <a:xfrm>
            <a:off x="-457200" y="1663214"/>
            <a:ext cx="9273425" cy="303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Kw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L0CAADSMw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/>
              <a:t>Key Security Features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8B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L8G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PMHAADYBQAA1i8AAAQgAAAAAAAAJgAAAAgAAAD//////////w=="/>
              </a:ext>
            </a:extLst>
          </p:cNvPicPr>
          <p:nvPr/>
        </p:nvPicPr>
        <p:blipFill>
          <a:blip r:embed="rId2"/>
          <a:srcRect t="17270"/>
          <a:stretch>
            <a:fillRect/>
          </a:stretch>
        </p:blipFill>
        <p:spPr>
          <a:xfrm>
            <a:off x="1292225" y="949960"/>
            <a:ext cx="6483985" cy="42545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E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AAAAAB/f38A6OfnA8zMzADAwP8Af39/AAAAAAAAAAAAAAAAAAAAAAAAAAAAIQAAABgAAAAUAAAAyAsAAD0BAADhNgAAFAQAABAgAAAmAAAACAAAAP//////////"/>
              </a:ext>
            </a:extLst>
          </p:cNvSpPr>
          <p:nvPr/>
        </p:nvSpPr>
        <p:spPr>
          <a:xfrm>
            <a:off x="1915160" y="201295"/>
            <a:ext cx="7005955" cy="461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r>
              <a:rPr lang="en-us" sz="2400" b="1" cap="none">
                <a:latin typeface="Figtree Black" charset="0"/>
                <a:ea typeface="Arial" pitchFamily="2" charset="0"/>
                <a:cs typeface="Arial" pitchFamily="2" charset="0"/>
              </a:rPr>
              <a:t>Secure Message Exchange Cycle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8B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AAAAABkAAAAZAAAAAAAAAAjAAAABAAAAGQAAAAXAAAAFAAAAAAAAAAAAAAA/38AAP9/AAAAAAAACQAAAAQAAAAW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D4IAACc////1jMAAPcg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0" y="-63500"/>
            <a:ext cx="7086600" cy="542226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L0CAADSMw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/>
              <a:t>SafeSpace Feature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8B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AAAAABkAAAAZAAAAAAAAAAjAAAABAAAAGQAAAAXAAAAFAAAAAAAAAAAAAAA/38AAP9/AAAAAAAACQAAAAQAAAABAAA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EgDAAA96///YDYAADAq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-3375025"/>
            <a:ext cx="8305800" cy="102330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9;p3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C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2gQAAIsJAACQMQAAHBIAABAAAAAmAAAACAAAAD0wAAAAAAAA"/>
              </a:ext>
            </a:extLst>
          </p:cNvSpPr>
          <p:nvPr>
            <p:ph type="ctrTitle"/>
          </p:nvPr>
        </p:nvSpPr>
        <p:spPr>
          <a:xfrm>
            <a:off x="788670" y="1551305"/>
            <a:ext cx="7268210" cy="1392555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none"/>
              <a:t>Live Demonstration</a:t>
            </a:r>
          </a:p>
        </p:txBody>
      </p:sp>
      <p:pic>
        <p:nvPicPr>
          <p:cNvPr id="3" name="Graphic 6" descr="Teacher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cAAABkAAAAQgAAAAAAAAAjAAAABAAAAGQAAAAXAAAAFAAAAAAAAAAAAAAA/38AAP9/AAAAAAAACQAAAAQAAABQ7a0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GIpAAACDQAAAi8AAKISAAAQAAAAJgAAAAgAAAD//////////w==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7190" y="2114550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L0CAADSMw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/>
              <a:t>Performance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535430"/>
          <a:ext cx="6096000" cy="10337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b="1" cap="none">
                          <a:solidFill>
                            <a:srgbClr val="FDFDFD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Metric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Encryption Speed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UI Framerate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Message Delivery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Storage Footprint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745882543" type="min" val="37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b="1" cap="none">
                          <a:solidFill>
                            <a:srgbClr val="FDFDFD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Result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&lt; 100ms per message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60 FPS maintained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&lt; 500ms average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  <a:defRPr cap="none">
                          <a:solidFill>
                            <a:srgbClr val="333333"/>
                          </a:solidFill>
                          <a:latin typeface="Arial" pitchFamily="2" charset="0"/>
                          <a:ea typeface="Arial" pitchFamily="2" charset="0"/>
                          <a:cs typeface="Arial" pitchFamily="2" charset="0"/>
                        </a:defRPr>
                      </a:pPr>
                      <a:r>
                        <a:rPr lang="en-us" cap="none">
                          <a:latin typeface="Hanken Grotesk" charset="0"/>
                          <a:ea typeface="Arial" pitchFamily="2" charset="0"/>
                          <a:cs typeface="Arial" pitchFamily="2" charset="0"/>
                        </a:rPr>
                        <a:t>Minimal (&lt; 5MB base)</a:t>
                      </a:r>
                    </a:p>
                  </a:txBody>
                  <a:tcPr marL="90170" marR="90170" marT="45085" marB="450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33333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  <a:ext uri="smNativeData">
                    <pr:rowheight xmlns:pr="smNativeData" xmlns="" xmlns:p15="http://schemas.microsoft.com/office/powerpoint/2012/main" xmlns:p14="http://schemas.microsoft.com/office/powerpoint/2010/main" xmlns:mc="http://schemas.openxmlformats.org/markup-compatibility/2006" dt="1745882543" type="min" val="370840"/>
                  </a:ext>
                </a:extLst>
              </a:tr>
            </a:tbl>
          </a:graphicData>
        </a:graphic>
      </p:graphicFrame>
      <p:sp>
        <p:nvSpPr>
          <p:cNvPr id="4" name="Tex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0wgAAOwRAADSMwAAXhsAAAAAAAAmAAAACAAAAAEAAAAAAAAA"/>
              </a:ext>
            </a:extLst>
          </p:cNvSpPr>
          <p:nvPr>
            <p:ph type="body" idx="1"/>
          </p:nvPr>
        </p:nvSpPr>
        <p:spPr>
          <a:xfrm>
            <a:off x="1434465" y="2913380"/>
            <a:ext cx="6989445" cy="1535430"/>
          </a:xfrm>
        </p:spPr>
        <p:txBody>
          <a:bodyPr/>
          <a:lstStyle/>
          <a:p>
            <a:pPr marL="279400">
              <a:buSzTx/>
              <a:buFont typeface="Wingdings" pitchFamily="2" charset="2"/>
              <a:buChar char=""/>
            </a:pPr>
            <a:r>
              <a:rPr lang="en-us" sz="1600" cap="none"/>
              <a:t>Encryption occurs locally with minimal performance impact</a:t>
            </a:r>
          </a:p>
          <a:p>
            <a:pPr marL="279400">
              <a:buSzTx/>
              <a:buFont typeface="Wingdings" pitchFamily="2" charset="2"/>
              <a:buChar char=""/>
            </a:pPr>
            <a:r>
              <a:rPr lang="en-us" sz="1600" cap="none"/>
              <a:t>Optimized for smooth user experience even on older devices</a:t>
            </a:r>
          </a:p>
          <a:p>
            <a:pPr marL="279400">
              <a:buSzTx/>
              <a:buFont typeface="Wingdings" pitchFamily="2" charset="2"/>
              <a:buChar char=""/>
            </a:pPr>
            <a:r>
              <a:rPr lang="en-us" sz="1600" cap="none"/>
              <a:t>Balance achieved between security and performance</a:t>
            </a:r>
          </a:p>
        </p:txBody>
      </p:sp>
      <p:pic>
        <p:nvPicPr>
          <p:cNvPr id="5" name="Graphic 16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QAAABkAAAAZAAAAAAAAAAjAAAABAAAAGQAAAAXAAAAFAAAAAAAAAAAAAAA/38AAP9/AAAAAAAACQAAAAQAAABwvZx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OAuAADZAgAAFTYAAJcIAAAQAAAAJgAAAAgAAAD//////////w==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0" y="462915"/>
            <a:ext cx="1171575" cy="9334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LGh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L0CAADSMw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 dirty="0"/>
              <a:t>Future Work</a:t>
            </a:r>
          </a:p>
        </p:txBody>
      </p:sp>
      <p:pic>
        <p:nvPicPr>
          <p:cNvPr id="4" name="Graphic 4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Q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LwvAABPAwAADDUAAP0IAAAQAAAAJgAAAAgAAAD//////////w==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9700" y="537845"/>
            <a:ext cx="863600" cy="92329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246FC79-2111-5C69-90C2-8587A1CB5DA8}"/>
              </a:ext>
            </a:extLst>
          </p:cNvPr>
          <p:cNvSpPr txBox="1">
            <a:spLocks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HsHAADSMwAAXhsAAAAAAAAmAAAACAAAAAEAAAAAAAAA"/>
              </a:ext>
            </a:extLst>
          </p:cNvSpPr>
          <p:nvPr/>
        </p:nvSpPr>
        <p:spPr>
          <a:xfrm>
            <a:off x="474233" y="1047750"/>
            <a:ext cx="6993367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marR="0" indent="-2794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1pPr>
            <a:lvl2pPr marL="9144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2pPr>
            <a:lvl3pPr marL="13716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3pPr>
            <a:lvl4pPr marL="18288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4pPr>
            <a:lvl5pPr marL="22860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5pPr>
            <a:lvl6pPr marL="27432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6pPr>
            <a:lvl7pPr marL="32004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7pPr>
            <a:lvl8pPr marL="36576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8pPr>
            <a:lvl9pPr marL="41148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9pPr>
          </a:lstStyle>
          <a:p>
            <a:pPr marL="0" indent="0">
              <a:buSzTx/>
              <a:buNone/>
            </a:pPr>
            <a:r>
              <a:rPr lang="en-us" sz="2000" dirty="0">
                <a:solidFill>
                  <a:schemeClr val="bg1"/>
                </a:solidFill>
              </a:rPr>
              <a:t>Encryption upgrade</a:t>
            </a:r>
          </a:p>
          <a:p>
            <a:pPr marL="0" indent="0">
              <a:buSzTx/>
              <a:buNone/>
            </a:pPr>
            <a:r>
              <a:rPr lang="en-us" sz="2000" dirty="0">
                <a:solidFill>
                  <a:schemeClr val="bg1"/>
                </a:solidFill>
              </a:rPr>
              <a:t>User profile customization</a:t>
            </a:r>
          </a:p>
          <a:p>
            <a:pPr marL="0" indent="0">
              <a:buSzTx/>
              <a:buNone/>
            </a:pPr>
            <a:r>
              <a:rPr lang="en-us" sz="2000" dirty="0">
                <a:solidFill>
                  <a:schemeClr val="bg1"/>
                </a:solidFill>
              </a:rPr>
              <a:t>Media sharing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3E4E97D-B0B3-D5B1-1EAA-52EAC61123A7}"/>
              </a:ext>
            </a:extLst>
          </p:cNvPr>
          <p:cNvSpPr txBox="1">
            <a:spLocks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HsHAADSMwAAXhsAAAAAAAAmAAAACAAAAAEAAAAAAAAA"/>
              </a:ext>
            </a:extLst>
          </p:cNvSpPr>
          <p:nvPr/>
        </p:nvSpPr>
        <p:spPr>
          <a:xfrm>
            <a:off x="474232" y="3486150"/>
            <a:ext cx="6993367" cy="121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marR="0" indent="-2794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1pPr>
            <a:lvl2pPr marL="9144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2pPr>
            <a:lvl3pPr marL="13716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3pPr>
            <a:lvl4pPr marL="18288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4pPr>
            <a:lvl5pPr marL="22860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5pPr>
            <a:lvl6pPr marL="27432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6pPr>
            <a:lvl7pPr marL="32004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7pPr>
            <a:lvl8pPr marL="36576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8pPr>
            <a:lvl9pPr marL="41148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9pPr>
          </a:lstStyle>
          <a:p>
            <a:pPr marL="0" indent="0">
              <a:buSzTx/>
              <a:buNone/>
            </a:pPr>
            <a:r>
              <a:rPr lang="en-us" sz="2000" cap="none" dirty="0">
                <a:solidFill>
                  <a:schemeClr val="bg1">
                    <a:lumMod val="10000"/>
                  </a:schemeClr>
                </a:solidFill>
              </a:rPr>
              <a:t>Self-hosting option</a:t>
            </a:r>
          </a:p>
          <a:p>
            <a:pPr marL="0" indent="0">
              <a:buSzTx/>
              <a:buNone/>
            </a:pPr>
            <a:r>
              <a:rPr lang="en-us" sz="2000" cap="none" dirty="0">
                <a:solidFill>
                  <a:schemeClr val="bg1">
                    <a:lumMod val="10000"/>
                  </a:schemeClr>
                </a:solidFill>
              </a:rPr>
              <a:t>Zero-knowledge architecture</a:t>
            </a:r>
          </a:p>
          <a:p>
            <a:pPr marL="0" indent="0">
              <a:buSzTx/>
              <a:buNone/>
            </a:pPr>
            <a:r>
              <a:rPr lang="en-us" sz="2000" cap="none" dirty="0">
                <a:solidFill>
                  <a:schemeClr val="bg1">
                    <a:lumMod val="10000"/>
                  </a:schemeClr>
                </a:solidFill>
              </a:rPr>
              <a:t>Open-source development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C2FB5C-F677-A0E6-CAA9-FF634D28EFC7}"/>
              </a:ext>
            </a:extLst>
          </p:cNvPr>
          <p:cNvSpPr txBox="1">
            <a:spLocks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HsHAADSMwAAXhsAAAAAAAAmAAAACAAAAAEAAAAAAAAA"/>
              </a:ext>
            </a:extLst>
          </p:cNvSpPr>
          <p:nvPr/>
        </p:nvSpPr>
        <p:spPr>
          <a:xfrm>
            <a:off x="474232" y="2266950"/>
            <a:ext cx="6993367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marR="0" indent="-2794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1pPr>
            <a:lvl2pPr marL="9144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2pPr>
            <a:lvl3pPr marL="13716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3pPr>
            <a:lvl4pPr marL="18288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4pPr>
            <a:lvl5pPr marL="22860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5pPr>
            <a:lvl6pPr marL="27432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6pPr>
            <a:lvl7pPr marL="32004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●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7pPr>
            <a:lvl8pPr marL="36576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○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8pPr>
            <a:lvl9pPr marL="4114800" marR="0" indent="-304800" algn="l" defTabSz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anken Grotesk" charset="0"/>
              <a:buChar char="■"/>
              <a:tabLst/>
              <a:defRPr sz="1400" b="0" i="0" u="none" strike="noStrike" kern="1" cap="none" spc="0" baseline="0">
                <a:solidFill>
                  <a:srgbClr val="333333"/>
                </a:solidFill>
                <a:effectLst/>
                <a:latin typeface="Hanken Grotesk" charset="0"/>
                <a:ea typeface="Arial" pitchFamily="2" charset="0"/>
                <a:cs typeface="Arial" pitchFamily="2" charset="0"/>
              </a:defRPr>
            </a:lvl9pPr>
          </a:lstStyle>
          <a:p>
            <a:pPr marL="0" indent="0">
              <a:buSzTx/>
              <a:buNone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Group messaging</a:t>
            </a:r>
          </a:p>
          <a:p>
            <a:pPr marL="0" indent="0">
              <a:buSzTx/>
              <a:buNone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Audio/video calling</a:t>
            </a:r>
          </a:p>
          <a:p>
            <a:pPr marL="0" indent="0">
              <a:buSzTx/>
              <a:buNone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Conferencing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CDbi6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bgQAAL0CAADSMw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 dirty="0"/>
              <a:t>Thank You &amp; Questions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ECu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OAQAALUIAACcMwAAmBwAAAAAAAAmAAAACAAAAAEAAAAAAAAA"/>
              </a:ext>
            </a:extLst>
          </p:cNvSpPr>
          <p:nvPr>
            <p:ph type="body" idx="1"/>
          </p:nvPr>
        </p:nvSpPr>
        <p:spPr>
          <a:xfrm>
            <a:off x="685800" y="1415415"/>
            <a:ext cx="7703820" cy="3232785"/>
          </a:xfrm>
        </p:spPr>
        <p:txBody>
          <a:bodyPr/>
          <a:lstStyle/>
          <a:p>
            <a:pPr marL="279400">
              <a:buSzTx/>
              <a:buFont typeface="Wingdings" pitchFamily="2" charset="2"/>
              <a:buChar char=""/>
            </a:pPr>
            <a:endParaRPr dirty="0"/>
          </a:p>
          <a:p>
            <a:pPr marL="279400">
              <a:buSzTx/>
              <a:buFont typeface="Wingdings" pitchFamily="2" charset="2"/>
              <a:buChar char=""/>
            </a:pPr>
            <a:r>
              <a:rPr lang="en-us" sz="1800" cap="none" dirty="0"/>
              <a:t>End-to-end encryption with user-friendly implementation</a:t>
            </a:r>
          </a:p>
          <a:p>
            <a:pPr marL="279400">
              <a:buSzTx/>
              <a:buFont typeface="Wingdings" pitchFamily="2" charset="2"/>
              <a:buChar char=""/>
            </a:pPr>
            <a:r>
              <a:rPr lang="en-us" sz="1800" cap="none" dirty="0"/>
              <a:t>Unique SafeSpace feature for enhanced privacy</a:t>
            </a:r>
          </a:p>
          <a:p>
            <a:pPr marL="279400">
              <a:buSzTx/>
              <a:buFont typeface="Wingdings" pitchFamily="2" charset="2"/>
              <a:buChar char=""/>
            </a:pPr>
            <a:r>
              <a:rPr lang="en-us" sz="1800" cap="none" dirty="0"/>
              <a:t>Focus on both security and digital wellbeing</a:t>
            </a:r>
          </a:p>
          <a:p>
            <a:pPr marL="279400">
              <a:buSzTx/>
              <a:buFont typeface="Wingdings" pitchFamily="2" charset="2"/>
              <a:buChar char=""/>
            </a:pPr>
            <a:r>
              <a:rPr lang="en-us" sz="1800" cap="none" dirty="0"/>
              <a:t>Cross-platform functionality with consistent performance</a:t>
            </a:r>
            <a:endParaRPr lang="en-us" cap="none" dirty="0"/>
          </a:p>
        </p:txBody>
      </p:sp>
      <p:pic>
        <p:nvPicPr>
          <p:cNvPr id="4" name="Graphic 5" descr="Thumbs up sign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rw0QaBMAAAAlAAAAEQAAAC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AcAAAA4AAAAAAAAAAAAAAAAAAAA////AAAAAAAAAAAAAAAAAAAAAAAAAAAAAAAAABQ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Hd3dwX9/f0BAAAAAAAAAAAAAAAAAAAAAAAAAAAAAAAAAAAAAAAAAAAzMzMCf39/AOjn5wPMzMwAwMD/AH9/fwAAAAAAAAAAAAAAAAD///8AAAAAACEAAAAYAAAAFAAAAPYvAAC9AgAAljUAAF0IAAAQAAAAJgAAAAgAAAD//////////w==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6530" y="445135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7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E0AAAAAkAAAAEgAAACQAAAAS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AAAAAB/f38A6OfnA8zMzADAwP8Af39/AAAAAAAAAAAAAAAAAAAAAAAAAAAAIQAAABgAAAAUAAAAXgsAAG8YAADiLAAATR4AABAgAAAmAAAACAAAAP//////////"/>
              </a:ext>
            </a:extLst>
          </p:cNvSpPr>
          <p:nvPr/>
        </p:nvSpPr>
        <p:spPr>
          <a:xfrm>
            <a:off x="1847850" y="3971925"/>
            <a:ext cx="5448300" cy="9537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/>
            <a:r>
              <a:rPr lang="en-us" cap="none">
                <a:latin typeface="Hanken Grotesk" charset="0"/>
                <a:ea typeface="Arial" pitchFamily="2" charset="0"/>
                <a:cs typeface="Arial" pitchFamily="2" charset="0"/>
              </a:rPr>
              <a:t>Faisal Al-Saadi</a:t>
            </a:r>
          </a:p>
          <a:p>
            <a:pPr algn="ctr"/>
            <a:r>
              <a:rPr lang="en-us" cap="none">
                <a:latin typeface="Hanken Grotesk" charset="0"/>
                <a:ea typeface="Arial" pitchFamily="2" charset="0"/>
                <a:cs typeface="Arial" pitchFamily="2" charset="0"/>
              </a:rPr>
              <a:t>101267</a:t>
            </a:r>
          </a:p>
          <a:p>
            <a:pPr algn="ctr"/>
            <a:r>
              <a:rPr lang="en-us" cap="none">
                <a:latin typeface="Hanken Grotesk" charset="0"/>
                <a:ea typeface="Arial" pitchFamily="2" charset="0"/>
                <a:cs typeface="Arial" pitchFamily="2" charset="0"/>
                <a:hlinkClick r:id="rId4"/>
              </a:rPr>
              <a:t>Faisal.alsaadi@protonmail.com</a:t>
            </a:r>
            <a:endParaRPr lang="en-us" cap="none">
              <a:latin typeface="Hanken Grotesk" charset="0"/>
              <a:ea typeface="Arial" pitchFamily="2" charset="0"/>
              <a:cs typeface="Arial" pitchFamily="2" charset="0"/>
            </a:endParaRPr>
          </a:p>
          <a:p>
            <a:pPr algn="ctr"/>
            <a:r>
              <a:rPr lang="en-us" cap="none">
                <a:latin typeface="Hanken Grotesk" charset="0"/>
                <a:ea typeface="Arial" pitchFamily="2" charset="0"/>
                <a:cs typeface="Arial" pitchFamily="2" charset="0"/>
                <a:hlinkClick r:id="rId5"/>
              </a:rPr>
              <a:t>https://github.com/FaisalAlsaadi/chatApp</a:t>
            </a:r>
            <a:endParaRPr lang="en-us" cap="none">
              <a:latin typeface="Hanken Grotesk" charset="0"/>
              <a:ea typeface="Arial" pitchFamily="2" charset="0"/>
              <a:cs typeface="Arial" pitchFamily="2" charset="0"/>
            </a:endParaRPr>
          </a:p>
        </p:txBody>
      </p:sp>
      <p:sp>
        <p:nvSpPr>
          <p:cNvPr id="6" name="SlideTitle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C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aAEAAIAHAAAwDAAABgsAAAAAAAAmAAAACAAAAP//////////"/>
              </a:ext>
            </a:extLst>
          </p:cNvSpPr>
          <p:nvPr/>
        </p:nvSpPr>
        <p:spPr>
          <a:xfrm>
            <a:off x="228600" y="1219200"/>
            <a:ext cx="1752600" cy="5727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algn="ctr">
              <a:defRPr lang="en-us" sz="2000" cap="none">
                <a:solidFill>
                  <a:srgbClr val="333333"/>
                </a:solidFill>
                <a:latin typeface="Hanken Grotesk" charset="0"/>
                <a:ea typeface="Hanken Grotesk" charset="0"/>
                <a:cs typeface="Hanken Grotesk" charset="0"/>
              </a:defRPr>
            </a:pPr>
            <a:r>
              <a:t>Recap</a:t>
            </a:r>
          </a:p>
        </p:txBody>
      </p:sp>
      <p:sp>
        <p:nvSpPr>
          <p:cNvPr id="7" name="Rectangle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rw0QaBMAAAAlAAAAZAAAAA0AAAAAkAAAAJAAAACQAAAAkAAAAAAAAAAAAAAAAAAAAAEAAABQAAAAAAAAAAAA4D8AAAAAAADgPwAAAAAAAOA/AAAAAAAA4D8AAAAAAADgPwAAAAAAAOA/AAAAAAAA4D8AAAAAAADgPwAAAAAAAOA/AAAAAAAA4D8CAAAAjAAAAAAAAAAAAAAAd3d3DP39/QgAAAAAAAAAAAAAAAAAAAAAAAAAAAAAAAAAAAAAZAAAAAEAAABAAAAAAAAAAAAAAAAAAAAAAAAAAAAAAAAAAAAAAAAAAAAAAAAAAAAAAAAAAAAAAAAAAAAAAAAAAAAAAAAAAAAAAAAAAAAAAAAAAAAAAAAAAAAAAAAAAAAAFAAAADwAAAAAAAAAAAAAADMzMwkUAAAAAQAAABQAAAAUAAAAFAAAAAEAAAAAAAAAZAAAAGQAAAAAAAAAZAAAAGQAAAAVAAAAYAAAAAAAAAAAAAAADwAAACADAAAAAAAAAAAAAAEAAACgMgAAVgcAAKr4//8BAAAAf39/AAEAAABkAAAAAAAAABQAAABAHwAAAAAAACYAAAAAAAAAwOD//wAAAAAmAAAAZAAAABYAAABMAAAAAAAAAAAAAAAEAAAAAAAAAAEAAADo5+cKAAAAACgAAAAoAAAAZAAAAGQAAAAAAAAAzMzMAAAAAABQAAAAUAAAAGQAAABkAAAAAAAAABcAAAAUAAAAAAAAAAAAAAD/fwAA/38AAAAAAAAJAAAABAAAAC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3d3Bf39/QEAAAAAAAAAAAAAAAAAAAAAAAAAAAAAAAAAAAAAAAAAADMzMwJ/f38A6OfnA8zMzADAwP8Af39/AAAAAAAAAAAAAAAAAAAAAAAAAAAAIQAAABgAAAAUAAAAMAwAADgTAAAgKwAAvhYAAAAAAAAmAAAACAAAAP//////////"/>
              </a:ext>
            </a:extLst>
          </p:cNvSpPr>
          <p:nvPr/>
        </p:nvSpPr>
        <p:spPr>
          <a:xfrm>
            <a:off x="1981200" y="3124200"/>
            <a:ext cx="5029200" cy="5727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algn="ctr">
              <a:defRPr lang="en-us" sz="2000" b="1" u="sng" cap="none">
                <a:solidFill>
                  <a:srgbClr val="333333"/>
                </a:solidFill>
                <a:latin typeface="Hanken Grotesk" charset="0"/>
                <a:ea typeface="Hanken Grotesk" charset="0"/>
                <a:cs typeface="Hanken Grotesk" charset="0"/>
              </a:defRPr>
            </a:pPr>
            <a:r>
              <a:rPr dirty="0">
                <a:latin typeface="Figtree Black" panose="020B0604020202020204" charset="0"/>
              </a:rPr>
              <a:t>Questions and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333333"/>
      </a:dk1>
      <a:lt1>
        <a:srgbClr val="FDFDFD"/>
      </a:lt1>
      <a:dk2>
        <a:srgbClr val="B2B2B2"/>
      </a:dk2>
      <a:lt2>
        <a:srgbClr val="E8E7E7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333333"/>
        </a:dk1>
        <a:lt1>
          <a:srgbClr val="FDFDFD"/>
        </a:lt1>
        <a:dk2>
          <a:srgbClr val="B2B2B2"/>
        </a:dk2>
        <a:lt2>
          <a:srgbClr val="E8E7E7"/>
        </a:lt2>
        <a:accent1>
          <a:srgbClr val="777777"/>
        </a:accent1>
        <a:accent2>
          <a:srgbClr val="FFFFFF"/>
        </a:accent2>
        <a:accent3>
          <a:srgbClr val="FFFFFF"/>
        </a:accent3>
        <a:accent4>
          <a:srgbClr val="FFFFFF"/>
        </a:accent4>
        <a:accent5>
          <a:srgbClr val="FFFFFF"/>
        </a:accent5>
        <a:accent6>
          <a:srgbClr val="FFFFFF"/>
        </a:accent6>
        <a:hlink>
          <a:srgbClr val="333333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216</Words>
  <Application>Microsoft Office PowerPoint</Application>
  <PresentationFormat>On-screen Show (16:9)</PresentationFormat>
  <Paragraphs>57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Hanken Grotesk</vt:lpstr>
      <vt:lpstr>Wingdings</vt:lpstr>
      <vt:lpstr>Arial</vt:lpstr>
      <vt:lpstr>Figtree Black</vt:lpstr>
      <vt:lpstr>Presentation</vt:lpstr>
      <vt:lpstr>Secure Messaging Application</vt:lpstr>
      <vt:lpstr>Problem Statement</vt:lpstr>
      <vt:lpstr>Solution Overview</vt:lpstr>
      <vt:lpstr>Architecture</vt:lpstr>
      <vt:lpstr>Key Security Features</vt:lpstr>
      <vt:lpstr>PowerPoint Presentation</vt:lpstr>
      <vt:lpstr>SafeSpace Feature</vt:lpstr>
      <vt:lpstr>Live Demonstration</vt:lpstr>
      <vt:lpstr>Performance Analysis</vt:lpstr>
      <vt:lpstr>Future Work</vt:lpstr>
      <vt:lpstr>Thank You &amp;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Faisal Alsaadi</dc:creator>
  <cp:keywords/>
  <dc:description/>
  <cp:lastModifiedBy>Faisal Alsaadi</cp:lastModifiedBy>
  <cp:revision>5</cp:revision>
  <dcterms:created xsi:type="dcterms:W3CDTF">2025-04-29T01:49:38Z</dcterms:created>
  <dcterms:modified xsi:type="dcterms:W3CDTF">2025-04-30T07:08:35Z</dcterms:modified>
</cp:coreProperties>
</file>